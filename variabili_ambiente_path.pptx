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79183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864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35405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255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690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38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416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084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403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35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32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202FC0D-BD4D-46C6-AED5-ADDDDCDD96D0}" type="datetimeFigureOut">
              <a:rPr lang="it-IT" smtClean="0"/>
              <a:t>27/03/2026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13D5BB8-8665-41A0-B0FE-C7062A0AD6ED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539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A70F6E-C3B1-4297-97FE-70579C351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4800" dirty="0"/>
              <a:t>Configurazione ambiente di programmazione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CA6BF7A-C30A-4549-920B-ABCDFC700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Classe 2° GARA</a:t>
            </a:r>
          </a:p>
        </p:txBody>
      </p:sp>
    </p:spTree>
    <p:extLst>
      <p:ext uri="{BB962C8B-B14F-4D97-AF65-F5344CB8AC3E}">
        <p14:creationId xmlns:p14="http://schemas.microsoft.com/office/powerpoint/2010/main" val="1078326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A3E724-2FAF-4504-B5D0-DD806977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653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it-IT" sz="4800" b="1" dirty="0"/>
              <a:t>Variabili di ambiente per un sistema operativo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8ECCF6-CC97-4C0C-8BEF-F0AB49BB5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93577"/>
            <a:ext cx="4563035" cy="35814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600" b="1" dirty="0"/>
              <a:t>Il terminale cerca gli eseguibili da fare utilizzare a un utente tra i percorsi listati nella variabile d’ambiente chiamata «PATH»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07A0B9-352A-4A56-A2F3-A230BF918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533" y="2950081"/>
            <a:ext cx="4525006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6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3C142E9-6357-463E-BA75-807A4864F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635" y="143435"/>
            <a:ext cx="5889978" cy="6571130"/>
          </a:xfr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2CADE50-6EBA-47D4-8E0A-F554EC62807B}"/>
              </a:ext>
            </a:extLst>
          </p:cNvPr>
          <p:cNvSpPr txBox="1"/>
          <p:nvPr/>
        </p:nvSpPr>
        <p:spPr>
          <a:xfrm>
            <a:off x="1201270" y="1828800"/>
            <a:ext cx="38548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/>
              <a:t>Cerchiamo le variabili d’ambiente per l’account</a:t>
            </a:r>
          </a:p>
        </p:txBody>
      </p:sp>
    </p:spTree>
    <p:extLst>
      <p:ext uri="{BB962C8B-B14F-4D97-AF65-F5344CB8AC3E}">
        <p14:creationId xmlns:p14="http://schemas.microsoft.com/office/powerpoint/2010/main" val="290611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34745991-8467-4345-BD1B-9A9765980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4109" y="955652"/>
            <a:ext cx="4489373" cy="494669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2AAD77E-813A-48F0-AC58-9523FD7D1940}"/>
              </a:ext>
            </a:extLst>
          </p:cNvPr>
          <p:cNvSpPr txBox="1"/>
          <p:nvPr/>
        </p:nvSpPr>
        <p:spPr>
          <a:xfrm>
            <a:off x="1452282" y="1720840"/>
            <a:ext cx="46437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/>
              <a:t>Qui è dove mettiamo le variabili d’ambiente scrivendo i percorsi assoluti dei programmi che vogliamo utilizzare sul terminale</a:t>
            </a:r>
          </a:p>
        </p:txBody>
      </p:sp>
    </p:spTree>
    <p:extLst>
      <p:ext uri="{BB962C8B-B14F-4D97-AF65-F5344CB8AC3E}">
        <p14:creationId xmlns:p14="http://schemas.microsoft.com/office/powerpoint/2010/main" val="335311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FD67D3-5FF3-46A4-A6D1-8458976B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Come connettere GitHub al proprio pc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1FF6F0-BFFD-4270-A7D1-0D77E7C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282" y="3012141"/>
            <a:ext cx="3567953" cy="22949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b="1" dirty="0"/>
              <a:t>Creare un account su GitHub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CBAED03-10FA-4F8C-9DBB-B0270798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35" y="2171700"/>
            <a:ext cx="7171765" cy="33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1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F9B994-13DD-40F8-BD4A-129FECA97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3" y="1013012"/>
            <a:ext cx="2366682" cy="13178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b="1" dirty="0"/>
              <a:t>Installare GIT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3961B56-7445-489A-958C-238D61481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390" y="302499"/>
            <a:ext cx="3511294" cy="154859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1CACF31-EC7D-4CDC-9C02-D39BAF179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1091"/>
            <a:ext cx="4634753" cy="334060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EE8F741-CDCC-4C36-98E9-16266DFE9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247" y="3521395"/>
            <a:ext cx="4634753" cy="279855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B309F064-B657-49AE-A78D-F8899C7C4FF7}"/>
              </a:ext>
            </a:extLst>
          </p:cNvPr>
          <p:cNvSpPr/>
          <p:nvPr/>
        </p:nvSpPr>
        <p:spPr>
          <a:xfrm>
            <a:off x="5280212" y="1246094"/>
            <a:ext cx="493059" cy="37651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D80A35FD-0BFB-4AF3-AC06-A0268A72A5B0}"/>
              </a:ext>
            </a:extLst>
          </p:cNvPr>
          <p:cNvSpPr/>
          <p:nvPr/>
        </p:nvSpPr>
        <p:spPr>
          <a:xfrm>
            <a:off x="9439835" y="4491318"/>
            <a:ext cx="1138518" cy="43927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4EC2B927-1328-4414-98A0-711440D72B8A}"/>
              </a:ext>
            </a:extLst>
          </p:cNvPr>
          <p:cNvSpPr/>
          <p:nvPr/>
        </p:nvSpPr>
        <p:spPr>
          <a:xfrm>
            <a:off x="1577788" y="5791200"/>
            <a:ext cx="1864659" cy="38548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995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9F4C4F-4A45-4F82-935D-83464BDE9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988" y="1136276"/>
            <a:ext cx="3550024" cy="1143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600" b="1" dirty="0"/>
              <a:t>Metterlo sul path C:/software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F703199-945A-4576-B172-7A5D00A4E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29" y="3429000"/>
            <a:ext cx="11053483" cy="142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12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18BB55-BDB2-4588-96DC-66366442D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987" y="347222"/>
            <a:ext cx="4096871" cy="18736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b="1" dirty="0"/>
              <a:t>Cerchiamo il path dove l’abbiamo installato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827B4AB-77E8-4DEF-BC28-843577E5E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188" y="170973"/>
            <a:ext cx="3944470" cy="222612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9630B0A-7C4A-40B1-9787-82792AF42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272" y="2220846"/>
            <a:ext cx="3944470" cy="243568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9439BFC-4F42-4259-A753-9DEA988E4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81775"/>
            <a:ext cx="4673661" cy="217475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5928085-D90F-4929-93C3-4523BF8D5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97" y="5291072"/>
            <a:ext cx="5217991" cy="121970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A1C4F64-C387-49F0-BAF9-E13AF93E6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774" y="4956067"/>
            <a:ext cx="4842334" cy="16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46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685097-7841-4B26-A154-5557A3F84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167" y="2272553"/>
            <a:ext cx="3639670" cy="23128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b="1" dirty="0"/>
              <a:t>Copiamo ed incolliamo il path nelle variabili d’ambiente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DDAC7B3-6865-4BB0-878C-FCB406171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223" y="1607834"/>
            <a:ext cx="7284664" cy="364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9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2A3542-3F66-411F-9015-D19CD26E5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011" y="2050676"/>
            <a:ext cx="4034118" cy="2756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b="1" dirty="0"/>
              <a:t>Creiamo una chiave dal terminale da poi immettere nel nostro account GitHub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E598341-6A5E-4AD9-89E0-F510D668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182" y="78726"/>
            <a:ext cx="9183382" cy="197195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AE8F43C-9A74-42FB-957B-E56ACEF3D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129" y="2093640"/>
            <a:ext cx="6673898" cy="316396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8B50210-0507-4E65-BAE7-0DF17E97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388" y="5424472"/>
            <a:ext cx="9341224" cy="6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81352"/>
      </p:ext>
    </p:extLst>
  </p:cSld>
  <p:clrMapOvr>
    <a:masterClrMapping/>
  </p:clrMapOvr>
</p:sld>
</file>

<file path=ppt/theme/theme1.xml><?xml version="1.0" encoding="utf-8"?>
<a:theme xmlns:a="http://schemas.openxmlformats.org/drawingml/2006/main" name="Ritaglio">
  <a:themeElements>
    <a:clrScheme name="Ritaglio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itaglio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itagl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TM10001105[[fn=Ritaglio]]</Template>
  <TotalTime>86</TotalTime>
  <Words>106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2" baseType="lpstr">
      <vt:lpstr>Franklin Gothic Book</vt:lpstr>
      <vt:lpstr>Ritaglio</vt:lpstr>
      <vt:lpstr>Configurazione ambiente di programmazione</vt:lpstr>
      <vt:lpstr>Variabili di ambiente per un sistema operativo</vt:lpstr>
      <vt:lpstr>Presentazione standard di PowerPoint</vt:lpstr>
      <vt:lpstr>Presentazione standard di PowerPoint</vt:lpstr>
      <vt:lpstr>Come connettere GitHub al proprio pc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Configurazione ambiente di programmazione</dc:title>
  <dc:creator>Angelo Battaglia</dc:creator>
  <cp:lastModifiedBy>Angelo Battaglia</cp:lastModifiedBy>
  <cp:revision>7</cp:revision>
  <dcterms:created xsi:type="dcterms:W3CDTF">2026-03-13T12:18:49Z</dcterms:created>
  <dcterms:modified xsi:type="dcterms:W3CDTF">2026-03-27T08:48:29Z</dcterms:modified>
</cp:coreProperties>
</file>