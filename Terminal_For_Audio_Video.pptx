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6038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83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4260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753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4125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886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517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857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6331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4734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5975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5376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7676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5379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8484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287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771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BE5D2E0-EB54-472B-8339-025E9539B8C0}" type="datetimeFigureOut">
              <a:rPr lang="it-IT" smtClean="0"/>
              <a:t>05/12/2025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D678D87-5C3D-4C48-8DDD-D7A8DED250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09107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DAAEFD-CF8A-462A-8B50-2212F01FC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2514599"/>
            <a:ext cx="9440034" cy="1828801"/>
          </a:xfrm>
        </p:spPr>
        <p:txBody>
          <a:bodyPr/>
          <a:lstStyle/>
          <a:p>
            <a:r>
              <a:rPr lang="it-IT" dirty="0"/>
              <a:t>Utilizzare il terminale per scaricare video e musica</a:t>
            </a:r>
          </a:p>
        </p:txBody>
      </p:sp>
    </p:spTree>
    <p:extLst>
      <p:ext uri="{BB962C8B-B14F-4D97-AF65-F5344CB8AC3E}">
        <p14:creationId xmlns:p14="http://schemas.microsoft.com/office/powerpoint/2010/main" val="2359230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8EAE17-539F-4306-8347-002475E49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Scaricare un video con </a:t>
            </a:r>
            <a:r>
              <a:rPr lang="it-IT" dirty="0" err="1"/>
              <a:t>yt-dlp</a:t>
            </a:r>
            <a:r>
              <a:rPr lang="it-IT" dirty="0"/>
              <a:t> da terminale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06D90AD-D669-45F4-947F-259E14952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31" y="2288261"/>
            <a:ext cx="8420291" cy="3054616"/>
          </a:xfrm>
          <a:prstGeom prst="rect">
            <a:avLst/>
          </a:prstGeom>
        </p:spPr>
      </p:pic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1340346A-34E0-41D6-9BA6-75CA52BD5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6573" y="3191436"/>
            <a:ext cx="7468205" cy="1783976"/>
          </a:xfrm>
        </p:spPr>
        <p:txBody>
          <a:bodyPr/>
          <a:lstStyle/>
          <a:p>
            <a:pPr marL="36900" indent="0">
              <a:buNone/>
            </a:pPr>
            <a:r>
              <a:rPr lang="it-IT" dirty="0"/>
              <a:t>Per scaricare musica da terminale utilizziamo </a:t>
            </a:r>
            <a:r>
              <a:rPr lang="it-IT" dirty="0" err="1"/>
              <a:t>yt-dlp</a:t>
            </a:r>
            <a:r>
              <a:rPr lang="it-IT" dirty="0"/>
              <a:t> nel seguente modo</a:t>
            </a:r>
          </a:p>
          <a:p>
            <a:pPr marL="36900" indent="0" algn="ctr">
              <a:buNone/>
            </a:pPr>
            <a:r>
              <a:rPr lang="it-IT" sz="4000" b="1" i="1" dirty="0" err="1"/>
              <a:t>yt-dlp</a:t>
            </a:r>
            <a:r>
              <a:rPr lang="it-IT" sz="4000" b="1" i="1" dirty="0"/>
              <a:t> *link*</a:t>
            </a:r>
          </a:p>
        </p:txBody>
      </p:sp>
    </p:spTree>
    <p:extLst>
      <p:ext uri="{BB962C8B-B14F-4D97-AF65-F5344CB8AC3E}">
        <p14:creationId xmlns:p14="http://schemas.microsoft.com/office/powerpoint/2010/main" val="9014648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D0EF78-3746-4197-BEB7-20BAFA33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dirty="0"/>
              <a:t>Utilizzo di </a:t>
            </a:r>
            <a:r>
              <a:rPr lang="it-IT" sz="3200" dirty="0" err="1"/>
              <a:t>ffmpeg</a:t>
            </a:r>
            <a:r>
              <a:rPr lang="it-IT" sz="3200" dirty="0"/>
              <a:t> per convertire il file da </a:t>
            </a:r>
            <a:r>
              <a:rPr lang="it-IT" sz="3200" dirty="0" err="1"/>
              <a:t>webm</a:t>
            </a:r>
            <a:r>
              <a:rPr lang="it-IT" sz="3200" dirty="0"/>
              <a:t> a mp4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F1FD9357-E934-4F28-8561-E5E262DCC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142269"/>
            <a:ext cx="10353675" cy="323862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13EF5D79-5DEA-47F2-BAEE-18AECBC30321}"/>
              </a:ext>
            </a:extLst>
          </p:cNvPr>
          <p:cNvSpPr txBox="1"/>
          <p:nvPr/>
        </p:nvSpPr>
        <p:spPr>
          <a:xfrm>
            <a:off x="2693894" y="4016772"/>
            <a:ext cx="4468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i="1" dirty="0"/>
              <a:t>Da tenere a mente la «-i»</a:t>
            </a:r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2AEF9EBD-4E47-4CBF-81FA-938C5A28A6FD}"/>
              </a:ext>
            </a:extLst>
          </p:cNvPr>
          <p:cNvSpPr/>
          <p:nvPr/>
        </p:nvSpPr>
        <p:spPr>
          <a:xfrm rot="16200000">
            <a:off x="4109427" y="2944599"/>
            <a:ext cx="1247875" cy="896470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682301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D0EF78-3746-4197-BEB7-20BAFA33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dirty="0"/>
              <a:t>Utilizzo di </a:t>
            </a:r>
            <a:r>
              <a:rPr lang="it-IT" sz="3200" dirty="0" err="1"/>
              <a:t>ffmpeg</a:t>
            </a:r>
            <a:r>
              <a:rPr lang="it-IT" sz="3200" dirty="0"/>
              <a:t> per convertire il file da mp4 a mp3</a:t>
            </a: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EA6CF36F-1A4F-4B42-842E-95270F778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9284" y="2173117"/>
            <a:ext cx="9838273" cy="328450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95A4F838-FFBB-4AE9-AA7C-B8A7E164FCA2}"/>
              </a:ext>
            </a:extLst>
          </p:cNvPr>
          <p:cNvSpPr txBox="1"/>
          <p:nvPr/>
        </p:nvSpPr>
        <p:spPr>
          <a:xfrm>
            <a:off x="2693894" y="4016772"/>
            <a:ext cx="4468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i="1" dirty="0"/>
              <a:t>Da tenere a mente la «-i»</a:t>
            </a:r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34F91FAC-CDE3-4332-8D82-2525939DD191}"/>
              </a:ext>
            </a:extLst>
          </p:cNvPr>
          <p:cNvSpPr/>
          <p:nvPr/>
        </p:nvSpPr>
        <p:spPr>
          <a:xfrm rot="16200000">
            <a:off x="4109427" y="2944599"/>
            <a:ext cx="1247875" cy="896470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109523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esia">
  <a:themeElements>
    <a:clrScheme name="Arde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e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e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TM04033929[[fn=Ardesia]]</Template>
  <TotalTime>8</TotalTime>
  <Words>67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Calisto MT</vt:lpstr>
      <vt:lpstr>Trebuchet MS</vt:lpstr>
      <vt:lpstr>Wingdings 2</vt:lpstr>
      <vt:lpstr>Ardesia</vt:lpstr>
      <vt:lpstr>Utilizzare il terminale per scaricare video e musica</vt:lpstr>
      <vt:lpstr>Scaricare un video con yt-dlp da terminale</vt:lpstr>
      <vt:lpstr>Utilizzo di ffmpeg per convertire il file da webm a mp4</vt:lpstr>
      <vt:lpstr>Utilizzo di ffmpeg per convertire il file da mp4 a mp3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Utilizzare il terminale per scaricare video e musica</dc:title>
  <dc:creator>Isabel  De Zorzi</dc:creator>
  <cp:lastModifiedBy>Isabel  De Zorzi</cp:lastModifiedBy>
  <cp:revision>1</cp:revision>
  <dcterms:created xsi:type="dcterms:W3CDTF">2025-12-05T11:06:28Z</dcterms:created>
  <dcterms:modified xsi:type="dcterms:W3CDTF">2025-12-05T11:14:48Z</dcterms:modified>
</cp:coreProperties>
</file>