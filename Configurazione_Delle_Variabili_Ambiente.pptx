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9A5F1C8E-7A48-4075-A824-7BAACA41C3F0}" type="datetimeFigureOut">
              <a:rPr lang="it-IT" smtClean="0"/>
              <a:t>13/03/2026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9E41434B-1E50-404A-A3B1-57722989256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303475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F1C8E-7A48-4075-A824-7BAACA41C3F0}" type="datetimeFigureOut">
              <a:rPr lang="it-IT" smtClean="0"/>
              <a:t>13/03/2026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1434B-1E50-404A-A3B1-57722989256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370798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F1C8E-7A48-4075-A824-7BAACA41C3F0}" type="datetimeFigureOut">
              <a:rPr lang="it-IT" smtClean="0"/>
              <a:t>13/03/2026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1434B-1E50-404A-A3B1-57722989256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821218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F1C8E-7A48-4075-A824-7BAACA41C3F0}" type="datetimeFigureOut">
              <a:rPr lang="it-IT" smtClean="0"/>
              <a:t>13/03/2026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1434B-1E50-404A-A3B1-57722989256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594230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F1C8E-7A48-4075-A824-7BAACA41C3F0}" type="datetimeFigureOut">
              <a:rPr lang="it-IT" smtClean="0"/>
              <a:t>13/03/2026</a:t>
            </a:fld>
            <a:endParaRPr lang="it-I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1434B-1E50-404A-A3B1-57722989256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915502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F1C8E-7A48-4075-A824-7BAACA41C3F0}" type="datetimeFigureOut">
              <a:rPr lang="it-IT" smtClean="0"/>
              <a:t>13/03/2026</a:t>
            </a:fld>
            <a:endParaRPr lang="it-I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1434B-1E50-404A-A3B1-57722989256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747743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F1C8E-7A48-4075-A824-7BAACA41C3F0}" type="datetimeFigureOut">
              <a:rPr lang="it-IT" smtClean="0"/>
              <a:t>13/03/2026</a:t>
            </a:fld>
            <a:endParaRPr lang="it-I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1434B-1E50-404A-A3B1-57722989256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253059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F1C8E-7A48-4075-A824-7BAACA41C3F0}" type="datetimeFigureOut">
              <a:rPr lang="it-IT" smtClean="0"/>
              <a:t>13/03/2026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1434B-1E50-404A-A3B1-57722989256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729777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F1C8E-7A48-4075-A824-7BAACA41C3F0}" type="datetimeFigureOut">
              <a:rPr lang="it-IT" smtClean="0"/>
              <a:t>13/03/2026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1434B-1E50-404A-A3B1-57722989256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582735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magine panoramica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F1C8E-7A48-4075-A824-7BAACA41C3F0}" type="datetimeFigureOut">
              <a:rPr lang="it-IT" smtClean="0"/>
              <a:t>13/03/2026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1434B-1E50-404A-A3B1-57722989256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86732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olo e sotto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F1C8E-7A48-4075-A824-7BAACA41C3F0}" type="datetimeFigureOut">
              <a:rPr lang="it-IT" smtClean="0"/>
              <a:t>13/03/2026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1434B-1E50-404A-A3B1-57722989256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850938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zio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F1C8E-7A48-4075-A824-7BAACA41C3F0}" type="datetimeFigureOut">
              <a:rPr lang="it-IT" smtClean="0"/>
              <a:t>13/03/2026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1434B-1E50-404A-A3B1-57722989256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101439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cheda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F1C8E-7A48-4075-A824-7BAACA41C3F0}" type="datetimeFigureOut">
              <a:rPr lang="it-IT" smtClean="0"/>
              <a:t>13/03/2026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1434B-1E50-404A-A3B1-57722989256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201989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on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F1C8E-7A48-4075-A824-7BAACA41C3F0}" type="datetimeFigureOut">
              <a:rPr lang="it-IT" smtClean="0"/>
              <a:t>13/03/2026</a:t>
            </a:fld>
            <a:endParaRPr lang="it-I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1434B-1E50-404A-A3B1-57722989256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860162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onne immag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F1C8E-7A48-4075-A824-7BAACA41C3F0}" type="datetimeFigureOut">
              <a:rPr lang="it-IT" smtClean="0"/>
              <a:t>13/03/2026</a:t>
            </a:fld>
            <a:endParaRPr lang="it-I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it-I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1434B-1E50-404A-A3B1-57722989256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140726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9A5F1C8E-7A48-4075-A824-7BAACA41C3F0}" type="datetimeFigureOut">
              <a:rPr lang="it-IT" smtClean="0"/>
              <a:t>13/03/2026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1434B-1E50-404A-A3B1-57722989256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9591042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9A5F1C8E-7A48-4075-A824-7BAACA41C3F0}" type="datetimeFigureOut">
              <a:rPr lang="it-IT" smtClean="0"/>
              <a:t>13/03/2026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1434B-1E50-404A-A3B1-57722989256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48420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9A5F1C8E-7A48-4075-A824-7BAACA41C3F0}" type="datetimeFigureOut">
              <a:rPr lang="it-IT" smtClean="0"/>
              <a:t>13/03/2026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it-IT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9E41434B-1E50-404A-A3B1-57722989256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922751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  <p:sldLayoutId id="2147483756" r:id="rId12"/>
    <p:sldLayoutId id="2147483757" r:id="rId13"/>
    <p:sldLayoutId id="2147483758" r:id="rId14"/>
    <p:sldLayoutId id="2147483759" r:id="rId15"/>
    <p:sldLayoutId id="2147483760" r:id="rId16"/>
    <p:sldLayoutId id="2147483761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3842123-8107-4BFE-ACC8-C26E3FB4560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it-IT" dirty="0"/>
              <a:t>TUTORIAL CONFIGURAZIONE AMBIENTE </a:t>
            </a:r>
            <a:br>
              <a:rPr lang="it-IT" dirty="0"/>
            </a:br>
            <a:r>
              <a:rPr lang="it-IT" dirty="0"/>
              <a:t>DI PROGRAMMAZIONE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3C378F21-F642-40D9-A252-00B15E14D09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it-IT" dirty="0"/>
              <a:t>DANIELE GRITTI 2 GARA</a:t>
            </a:r>
          </a:p>
        </p:txBody>
      </p:sp>
    </p:spTree>
    <p:extLst>
      <p:ext uri="{BB962C8B-B14F-4D97-AF65-F5344CB8AC3E}">
        <p14:creationId xmlns:p14="http://schemas.microsoft.com/office/powerpoint/2010/main" val="52937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35FE850-BB69-4F54-B60B-8CDF3F294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Variabili di ambiente per un sistema operativo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6A9C846-98DC-4BA9-B67B-9485BBCD98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5066552" cy="3416300"/>
          </a:xfrm>
        </p:spPr>
        <p:txBody>
          <a:bodyPr>
            <a:normAutofit/>
          </a:bodyPr>
          <a:lstStyle/>
          <a:p>
            <a:pPr algn="ctr"/>
            <a:r>
              <a:rPr lang="it-IT" sz="2800" dirty="0"/>
              <a:t>Il terminale cerca gli eseguibili da fare utilizzare un utente, tra i percorsi listati nella variabile d’ambiente chiamata              «PATH»</a:t>
            </a:r>
          </a:p>
        </p:txBody>
      </p:sp>
    </p:spTree>
    <p:extLst>
      <p:ext uri="{BB962C8B-B14F-4D97-AF65-F5344CB8AC3E}">
        <p14:creationId xmlns:p14="http://schemas.microsoft.com/office/powerpoint/2010/main" val="38160915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C36EADA-729E-45EC-B348-022434FE74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FDA956C-1769-4BBB-9CF4-882B0FC05D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313210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D4AC417-E36C-4D63-A041-A30863479B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BDD1883-45AB-4E93-907E-1D66FFE678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604620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54C3250-5086-43E1-B616-98A5D9503E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5DA7E8E-1622-47F6-9844-BC63A71571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820540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7C45166-E0BA-41BA-AD1B-6F06D61457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E088E61-E8D1-42AF-8666-B8BD4EBAE6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4794182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Riunioni ione">
  <a:themeElements>
    <a:clrScheme name="Riunioni ione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Riunioni ione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iunioni ione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TM02900722[[fn=Sala riunioni ione]]</Template>
  <TotalTime>6</TotalTime>
  <Words>39</Words>
  <Application>Microsoft Office PowerPoint</Application>
  <PresentationFormat>Widescreen</PresentationFormat>
  <Paragraphs>4</Paragraphs>
  <Slides>6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6</vt:i4>
      </vt:variant>
    </vt:vector>
  </HeadingPairs>
  <TitlesOfParts>
    <vt:vector size="10" baseType="lpstr">
      <vt:lpstr>Arial</vt:lpstr>
      <vt:lpstr>Century Gothic</vt:lpstr>
      <vt:lpstr>Wingdings 3</vt:lpstr>
      <vt:lpstr>Riunioni ione</vt:lpstr>
      <vt:lpstr>TUTORIAL CONFIGURAZIONE AMBIENTE  DI PROGRAMMAZIONE</vt:lpstr>
      <vt:lpstr>Variabili di ambiente per un sistema operativo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TUTORIAL CONFIGURAZIONE AMBIENTE  DI PROGRAMMAZIONE</dc:title>
  <dc:creator>Daniele  Gritti</dc:creator>
  <cp:lastModifiedBy>Daniele  Gritti</cp:lastModifiedBy>
  <cp:revision>1</cp:revision>
  <dcterms:created xsi:type="dcterms:W3CDTF">2026-03-13T12:18:51Z</dcterms:created>
  <dcterms:modified xsi:type="dcterms:W3CDTF">2026-03-13T12:25:33Z</dcterms:modified>
</cp:coreProperties>
</file>